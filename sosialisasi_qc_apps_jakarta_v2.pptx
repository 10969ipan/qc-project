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914400"/>
            <a:ext cx="2743200" cy="2743200"/>
          </a:xfrm>
          <a:prstGeom prst="ellipse">
            <a:avLst/>
          </a:prstGeom>
          <a:solidFill>
            <a:srgbClr val="3B82F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8288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SOSIALISASI QC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0A5FA"/>
                </a:solidFill>
              </a:defRPr>
            </a:pPr>
            <a:r>
              <a:t>Plant Jakarta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Cara Login ke Aplikasi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Menu untuk Inspector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Menu untuk Karu QC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Menu untuk Supervisor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Alur Approval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Tips &amp; Troubleshooting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CARA 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33832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75569"/>
                </a:solidFill>
              </a:defRPr>
            </a:pPr>
            <a:r>
              <a:t>📷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(Klik kanan → Change Picture)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Buka browser Chrome/Firefox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Akses URL aplikasi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Masukkan Email &amp; Password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Klik tombol LOGIN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TAMPILAN HALAMAN 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</a:defRPr>
            </a:pPr>
            <a:r>
              <a:t>📷 Screenshot halaman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(Klik kanan shape → Change Picture untuk menambahkan gambar)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DAFTAR AKUN PLANT JAKARTA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Nama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Masuli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masuli.jkt@qc.com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Supervisor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Marsiah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marsiah.jkt@qc.com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Karu QC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Afrin Wibowo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afrin.jkt@qc.com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Inspector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Anggriyani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anggriyani.jkt@qc.com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Inspector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Okah Retno A.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okah.jkt@qc.com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Inspector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M. Miftahul U.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ulum.jkt@qc.com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Inspector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Ilham Aldi P.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ilham.jkt@qc.com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Inspector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Tri Rahmadhani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tri.jkt@qc.com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Inspector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Sabrina K.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sabrina.jkt@qc.com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Inspector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Ririn Eka P.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ririn.jkt@qc.com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Inspector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Syadina Juhro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syadina.jkt@qc.com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Inspector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33832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75569"/>
                </a:solidFill>
              </a:defRPr>
            </a:pPr>
            <a:r>
              <a:t>📷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(Klik kanan → Change Picture)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Status Approval checksheet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Produksi Sub Assy (status meja)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Produksi Injection (status mesin)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Monitoring real-time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TAMPILAN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</a:defRPr>
            </a:pPr>
            <a:r>
              <a:t>📷 Screenshot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(Klik kanan shape → Change Picture untuk menambahkan gambar)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MENU INSPECTOR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33832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75569"/>
                </a:solidFill>
              </a:defRPr>
            </a:pPr>
            <a:r>
              <a:t>📷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(Klik kanan → Change Picture)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Dashboard → Monitoring produksi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Checksheet → Input data QC:</a:t>
            </a:r>
          </a:p>
          <a:p>
            <a:pPr>
              <a:spcAft>
                <a:spcPts val="1400"/>
              </a:spcAft>
              <a:defRPr sz="1800">
                <a:solidFill>
                  <a:srgbClr val="60A5FA"/>
                </a:solidFill>
              </a:defRPr>
            </a:pPr>
            <a:r>
              <a:t>    ○ Sub Assy</a:t>
            </a:r>
          </a:p>
          <a:p>
            <a:pPr>
              <a:spcAft>
                <a:spcPts val="1400"/>
              </a:spcAft>
              <a:defRPr sz="1800">
                <a:solidFill>
                  <a:srgbClr val="60A5FA"/>
                </a:solidFill>
              </a:defRPr>
            </a:pPr>
            <a:r>
              <a:t>    ○ Inprocess</a:t>
            </a:r>
          </a:p>
          <a:p>
            <a:pPr>
              <a:spcAft>
                <a:spcPts val="1400"/>
              </a:spcAft>
              <a:defRPr sz="1800">
                <a:solidFill>
                  <a:srgbClr val="60A5FA"/>
                </a:solidFill>
              </a:defRPr>
            </a:pPr>
            <a:r>
              <a:t>    ○ Sortir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Laporan → Lihat history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CARA INPUT CHECKSHEET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33832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75569"/>
                </a:solidFill>
              </a:defRPr>
            </a:pPr>
            <a:r>
              <a:t>📷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(Klik kanan → Change Picture)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Pilih menu Checksheet → Plant Jakarta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Pilih jenis: Sub Assy / Inprocess / Sortir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Ketik Kode SAP → Item otomatis terpilih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Isi hasil pengecekan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Klik tombol SIMPAN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INPUT SUB ASSY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</a:defRPr>
            </a:pPr>
            <a:r>
              <a:t>📷 Screenshot form input Sub Assy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(Klik kanan shape → Change Picture untuk menambahkan gambar)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INPUT INPROCESS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</a:defRPr>
            </a:pPr>
            <a:r>
              <a:t>📷 Screenshot form input Inprocess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(Klik kanan shape → Change Picture untuk menambahkan gambar)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MENU KARU QC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33832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75569"/>
                </a:solidFill>
              </a:defRPr>
            </a:pPr>
            <a:r>
              <a:t>📷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(Klik kanan → Change Picture)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Semua fitur Inspector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PLUS Approval Level 1:</a:t>
            </a:r>
          </a:p>
          <a:p>
            <a:pPr>
              <a:spcAft>
                <a:spcPts val="1400"/>
              </a:spcAft>
              <a:defRPr sz="1800">
                <a:solidFill>
                  <a:srgbClr val="60A5FA"/>
                </a:solidFill>
              </a:defRPr>
            </a:pPr>
            <a:r>
              <a:t>    ○ Buka Laporan → Pilih checksheet</a:t>
            </a:r>
          </a:p>
          <a:p>
            <a:pPr>
              <a:spcAft>
                <a:spcPts val="1400"/>
              </a:spcAft>
              <a:defRPr sz="1800">
                <a:solidFill>
                  <a:srgbClr val="60A5FA"/>
                </a:solidFill>
              </a:defRPr>
            </a:pPr>
            <a:r>
              <a:t>    ○ Klik ✓ untuk Approve</a:t>
            </a:r>
          </a:p>
          <a:p>
            <a:pPr>
              <a:spcAft>
                <a:spcPts val="1400"/>
              </a:spcAft>
              <a:defRPr sz="1800">
                <a:solidFill>
                  <a:srgbClr val="60A5FA"/>
                </a:solidFill>
              </a:defRPr>
            </a:pPr>
            <a:r>
              <a:t>    ○ Klik ✗ untuk Reject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TAMPILAN APPROVAL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</a:defRPr>
            </a:pPr>
            <a:r>
              <a:t>📷 Screenshot halaman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(Klik kanan shape → Change Picture untuk menambahkan gambar)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MENU SUPERVISOR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33832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75569"/>
                </a:solidFill>
              </a:defRPr>
            </a:pPr>
            <a:r>
              <a:t>📷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(Klik kanan → Change Picture)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Semua fitur Karu QC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● PLUS:</a:t>
            </a:r>
          </a:p>
          <a:p>
            <a:pPr>
              <a:spcAft>
                <a:spcPts val="1400"/>
              </a:spcAft>
              <a:defRPr sz="1800">
                <a:solidFill>
                  <a:srgbClr val="60A5FA"/>
                </a:solidFill>
              </a:defRPr>
            </a:pPr>
            <a:r>
              <a:t>    ○ Master Data (Item, Kategori)</a:t>
            </a:r>
          </a:p>
          <a:p>
            <a:pPr>
              <a:spcAft>
                <a:spcPts val="1400"/>
              </a:spcAft>
              <a:defRPr sz="1800">
                <a:solidFill>
                  <a:srgbClr val="60A5FA"/>
                </a:solidFill>
              </a:defRPr>
            </a:pPr>
            <a:r>
              <a:t>    ○ Report Analisis NG</a:t>
            </a:r>
          </a:p>
          <a:p>
            <a:pPr>
              <a:spcAft>
                <a:spcPts val="1400"/>
              </a:spcAft>
              <a:defRPr sz="1800">
                <a:solidFill>
                  <a:srgbClr val="60A5FA"/>
                </a:solidFill>
              </a:defRPr>
            </a:pPr>
            <a:r>
              <a:t>    ○ Claim Customer</a:t>
            </a:r>
          </a:p>
          <a:p>
            <a:pPr>
              <a:spcAft>
                <a:spcPts val="1400"/>
              </a:spcAft>
              <a:defRPr sz="1800">
                <a:solidFill>
                  <a:srgbClr val="60A5FA"/>
                </a:solidFill>
              </a:defRPr>
            </a:pPr>
            <a:r>
              <a:t>    ○ Final Approval (Level 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ALUR APPROVAL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12801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INSPECTOR</a:t>
            </a:r>
            <a:br/>
            <a:r>
              <a:t>Input 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83280" y="3200400"/>
            <a:ext cx="457200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743200"/>
            <a:ext cx="2560320" cy="128016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063240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KARU QC</a:t>
            </a:r>
            <a:br/>
            <a:r>
              <a:t>Approval 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217920" y="3200400"/>
            <a:ext cx="457200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2560320" cy="128016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063240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SUPERVISOR</a:t>
            </a:r>
            <a:br/>
            <a:r>
              <a:t>Approval 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052560" y="3200400"/>
            <a:ext cx="457200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2743200"/>
            <a:ext cx="2560320" cy="12801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3063240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CLOSE</a:t>
            </a:r>
            <a:br/>
            <a:r>
              <a:t>✓ Selesai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4572000"/>
            <a:ext cx="3657600" cy="7315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47548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 REJECT → Revisi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TIPS PENGGUNAAN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029200" cy="484632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✅ LAKUKAN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Login dengan akun sendiri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Input data segera setelah cek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Double-check sebelum simpan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Logout setelah selesai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Update status mesin/meja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029200" cy="484632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87171"/>
                </a:solidFill>
              </a:defRPr>
            </a:pPr>
            <a:r>
              <a:t>❌ JANGAN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Berbagi password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Tinggalkan browser terbuka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Input data belum diverifikasi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Hapus data tanpa konfirmasi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TROUBLESHOOTING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Masalah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Solusi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Tidak bisa login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Cek email/password, hubungi Admin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Halaman error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Refresh browser (F5)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Data tidak tersimpan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Cek koneksi internet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Session expired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Login ulang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914400"/>
            <a:ext cx="2743200" cy="2743200"/>
          </a:xfrm>
          <a:prstGeom prst="ellipse">
            <a:avLst/>
          </a:prstGeom>
          <a:solidFill>
            <a:srgbClr val="3B82F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8288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TERIMA KASIH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0A5FA"/>
                </a:solidFill>
              </a:defRPr>
            </a:pPr>
            <a:r>
              <a:t>QC Apps • Plant Jakarta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